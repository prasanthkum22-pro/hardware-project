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Inter SemiBold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05EDA1-03F5-4F75-82A5-5993E385AC1A}">
  <a:tblStyle styleId="{7905EDA1-03F5-4F75-82A5-5993E385AC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26.png"/><Relationship Id="rId6" Type="http://schemas.openxmlformats.org/officeDocument/2006/relationships/image" Target="../media/image8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42.png"/><Relationship Id="rId5" Type="http://schemas.openxmlformats.org/officeDocument/2006/relationships/image" Target="../media/image47.png"/><Relationship Id="rId6" Type="http://schemas.openxmlformats.org/officeDocument/2006/relationships/image" Target="../media/image20.png"/><Relationship Id="rId7" Type="http://schemas.openxmlformats.org/officeDocument/2006/relationships/image" Target="../media/image39.png"/><Relationship Id="rId8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24.png"/><Relationship Id="rId6" Type="http://schemas.openxmlformats.org/officeDocument/2006/relationships/image" Target="../media/image41.png"/><Relationship Id="rId7" Type="http://schemas.openxmlformats.org/officeDocument/2006/relationships/image" Target="../media/image46.png"/><Relationship Id="rId8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32.png"/><Relationship Id="rId6" Type="http://schemas.openxmlformats.org/officeDocument/2006/relationships/image" Target="../media/image49.png"/><Relationship Id="rId7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48.png"/><Relationship Id="rId6" Type="http://schemas.openxmlformats.org/officeDocument/2006/relationships/image" Target="../media/image37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45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65533" y="2066925"/>
            <a:ext cx="7460932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Intelligent Home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75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Security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43175" y="3667125"/>
            <a:ext cx="7105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Using STM32, ESP32, Ultrasonic Sensor, Servo Motor &amp; Telegram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43175" y="4391025"/>
            <a:ext cx="7105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Presented By: Prasanth 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76462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2176462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Intelligent Home Security System is an IoT-based smart security solution designed to meticulously monitor and protect home entrances in real-time.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23900" y="32813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19150" y="3281362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intrusion detection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23900" y="36814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19150" y="3681412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Automatic door locking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23900" y="40814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19150" y="4081462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Local alarm activation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23900" y="44815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19150" y="4481512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Telegram mobile notifications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23900" y="48815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19150" y="4881562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Cloud data storage (Firebase)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23900" y="52816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19150" y="5281612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Remote monitoring via Wi-Fi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85987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71725"/>
            <a:ext cx="34226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371725"/>
            <a:ext cx="34226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371725"/>
            <a:ext cx="342260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162109" y="3419475"/>
            <a:ext cx="226028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Detect &amp; Alert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76300" y="4019550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Swiftly detect any unauthorized entry and generate an immediate local alarm during the intrusion event to deter threats.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285749" y="3419475"/>
            <a:ext cx="16202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Auto Lock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79900" y="4019550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Automatically lock the main door upon sensing a potential intruder to prevent unauthorized physical access to the premises.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49295" y="3419475"/>
            <a:ext cx="2500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Cloud &amp; Mobile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83500" y="4019550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Instantly notify the owner via mobile alerts and seamlessly store all security event logs in the cloud for later review.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3650" y="27146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826" y="27146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8001" y="271462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Key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6"/>
          <p:cNvGraphicFramePr/>
          <p:nvPr/>
        </p:nvGraphicFramePr>
        <p:xfrm>
          <a:off x="581025" y="17859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{7905EDA1-03F5-4F75-82A5-5993E385AC1A}</a:tableStyleId>
              </a:tblPr>
              <a:tblGrid>
                <a:gridCol w="4238625"/>
                <a:gridCol w="6791325"/>
              </a:tblGrid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STM32 NUCLEO-F446RE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Main Controller for Logic &amp; Processing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ESP32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Wi-Fi Communication &amp; IoT Connectivity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HC-SR04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Intrusion Detection (Distance Measurement)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SG90 Servo Motor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Automatic Door Lock Control Mechanism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Active Buzzer &amp; LED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Local Security Alarm &amp; Status Indicator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Firebase &amp; Telegram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highlight>
                            <a:schemeClr val="dk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Cloud Data Storage &amp; Instant Mobile Alerts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581025" y="2409825"/>
            <a:ext cx="4238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819650" y="2409825"/>
            <a:ext cx="67913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81025" y="3019425"/>
            <a:ext cx="4238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819650" y="3019425"/>
            <a:ext cx="67913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81025" y="3629025"/>
            <a:ext cx="4238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4819650" y="3629025"/>
            <a:ext cx="67913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81025" y="4238625"/>
            <a:ext cx="4238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819650" y="4238625"/>
            <a:ext cx="67913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81025" y="4848225"/>
            <a:ext cx="4238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819650" y="4848225"/>
            <a:ext cx="67913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81025" y="5457825"/>
            <a:ext cx="4238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819650" y="5457825"/>
            <a:ext cx="67913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Hardware Components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5050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305050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305050"/>
            <a:ext cx="34226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81025" y="4638675"/>
            <a:ext cx="3422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Input &amp; Sensing: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Ultrasonic sensor precisely monitors the entrance area.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384625" y="4638675"/>
            <a:ext cx="34226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Core Processing: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STM32 controller processes logic and triggers local actuators.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188225" y="4638675"/>
            <a:ext cx="3422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Communication: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ESP32 bridges Wi-Fi to Firebase and user's Telegram Bot.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2314575"/>
            <a:ext cx="34035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4150" y="2314575"/>
            <a:ext cx="34035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7750" y="2314575"/>
            <a:ext cx="340355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581025" y="3910012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17605" y="4262437"/>
            <a:ext cx="26636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1. Startup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81025" y="4738687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Power ON system, initialize STM32, and connect ESP32 to Wi-Fi network.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3348614" y="2205037"/>
            <a:ext cx="26636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2. Monitor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3412033" y="2681287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Secure the lock and continuously monitor distance for any sudden anomalies.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179622" y="4262437"/>
            <a:ext cx="26636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3. Action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243042" y="4738687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Upon intrusion detection, instantly lock door and trigger local alarm.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010631" y="2205037"/>
            <a:ext cx="26636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4. Alert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074050" y="2681287"/>
            <a:ext cx="25367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Transmit data to send Telegram alert and update Firebase logs.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1754162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585171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416179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0247188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Operational Workflow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52712"/>
            <a:ext cx="52768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52712"/>
            <a:ext cx="527685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859154" y="304323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Local Subsystem Setup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71550" y="3643312"/>
            <a:ext cx="449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Upon Power ON, the STM32 initializes its core peripherals. The servo motor defaults to securing the door lock, and the local alarm (Buzzer/LED) strictly remains OFF.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12255" y="3043237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Network &amp; Monitoring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724650" y="3643312"/>
            <a:ext cx="449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Simultaneously, the ESP32 establishes a secure connection to the designated Wi-Fi network. Once authenticated, the system seamlessly enters continuous monitoring mode.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1: System Initialization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81025" y="2643187"/>
            <a:ext cx="52768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&lt; 40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81025" y="4071937"/>
            <a:ext cx="52768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Centimeters (cm)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334125" y="2643187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Ultrasonic Monitoring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334125" y="3243262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highly precise HC-SR04 continuously measures the distance at the entrance.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334125" y="3900487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the distance unexpectedly drops below 40 cm, an intrusion is immediately detected by the system.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334125" y="4557712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Example: A steady distance of 150 cm is considered completely Safe.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2: Intrusion Detection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62187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581025" y="2262187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Automatic Door Lock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81025" y="2862262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When an intrusion is successfully detected, the main controller takes immediate protective action.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81025" y="3519487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STM32 drives the SG90 Servo Motor, commanding it to rotate and mechanically lock the door, effectively preventing any physical unauthorized entry.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81025" y="4624387"/>
            <a:ext cx="5276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Intruder → Servo Motor → Door Locked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71712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3: Door Control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81025" y="581025"/>
            <a:ext cx="5540692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4: Alarm Generation</a:t>
            </a:r>
            <a:endParaRPr/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581025" y="2200275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Local Security Alarm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81025" y="2800350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Simultaneous with locking the door, the STM32 immediately activates the onboard Active Buzzer and an intense flashing LED indicator.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81025" y="3775620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high-decibel audible alert combined with visual flashing ensures that nearby people and residents are instantly alerted to the unauthorized presence.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226218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6334125" y="2714625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STM32 → ESP32 UART Protocol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334125" y="3314700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Upon sensing the threat, the STM32 microcontroller immediately transmits a critical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"INTRUDER"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string sequence through its UART hardware interface.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334125" y="4229100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ESP32 asynchronously receives this message over Serial and instantly prepares the networking payload to dispatch the cloud and mobile notifications.</a:t>
            </a:r>
            <a:endParaRPr/>
          </a:p>
        </p:txBody>
      </p:sp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2100" y="2271712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5: Communication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43337"/>
            <a:ext cx="527685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38362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581025" y="2138362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Instant Mobile Alert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81025" y="2738437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Leveraging its Wi-Fi connection, the ESP32 securely pushes real-time data using the Telegram Bot API directly to the homeowner's smartphone.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781050" y="4043362"/>
            <a:ext cx="4876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🚨 SECURITY ALERT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781050" y="4348162"/>
            <a:ext cx="4876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Intruder Detected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781050" y="4748212"/>
            <a:ext cx="4876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Location: Main Door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781050" y="5005387"/>
            <a:ext cx="4876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Door: Locked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781050" y="5262562"/>
            <a:ext cx="4876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Alarm: Activated</a:t>
            </a:r>
            <a:endParaRPr/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147887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6: Telegram Notification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38375"/>
            <a:ext cx="52768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8375"/>
            <a:ext cx="527685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859154" y="2628900"/>
            <a:ext cx="47205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Cloud Monitoring Integration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971550" y="3686175"/>
            <a:ext cx="449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ESP32 module reliably uploads critical event parameters directly to a Firebase Realtime Database. This ensures permanent historical logging and enables immediate remote access.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6612255" y="2628900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Data Log Example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867650" y="3228975"/>
            <a:ext cx="2209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10:35 PM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867650" y="3629025"/>
            <a:ext cx="2209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Current System Date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867650" y="4029075"/>
            <a:ext cx="2209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Distance: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22 cm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7867650" y="4429125"/>
            <a:ext cx="2209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Door Status: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Locked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7867650" y="4829175"/>
            <a:ext cx="2209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Alarm Status: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7: Firebase Cloud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43125"/>
            <a:ext cx="34226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143125"/>
            <a:ext cx="34226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143125"/>
            <a:ext cx="342260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957083" y="3190875"/>
            <a:ext cx="267033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1. Sensing Phase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876300" y="3790950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unknown person approaches the door → The Ultrasonic Sensor detects the proximity change → Raw data is sent to the STM32.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4609099" y="3190875"/>
            <a:ext cx="29736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2. Actuation Phase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4679900" y="4248150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STM32 processes logic → Immediately activates Servo Motor to lock the door &amp; triggers the Buzzer alarm.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8689300" y="3190875"/>
            <a:ext cx="24203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3. Cloud Phase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8483500" y="3790950"/>
            <a:ext cx="28320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UART signal to ESP32 → Transmits via Wi-Fi → Hits Telegram Bot API (Alert) &amp; updates Firebase Database.</a:t>
            </a:r>
            <a:endParaRPr/>
          </a:p>
        </p:txBody>
      </p:sp>
      <p:pic>
        <p:nvPicPr>
          <p:cNvPr descr="image.png" id="283" name="Google Shape;28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3650" y="2486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251" y="2486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3701" y="24860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Complete Data Flow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2286000" y="2024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Cost-Effective: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Delivers a low-cost yet highly robust smart security solution using accessible microcontrollers.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2286000" y="2786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Proactive Defense: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Automatic door locking prevents physical entry before an intruder can compromise the lock.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2286000" y="3548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Immediate Awareness: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Instant mobile notifications via Telegram ensure you know about a threat seconds after it happens.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2286000" y="4310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 Accountability: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Cloud-based event logging keeps a permanent, untamperable record of all security anomalies.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2286000" y="5072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Energy Efficient: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Optimized embedded design ensures low power consumption during continuous monitoring.</a:t>
            </a:r>
            <a:endParaRPr/>
          </a:p>
        </p:txBody>
      </p:sp>
      <p:pic>
        <p:nvPicPr>
          <p:cNvPr descr="image.png" id="297" name="Google Shape;29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03835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80035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56235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32435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5086350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System Advantages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2225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562225"/>
            <a:ext cx="34226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8225" y="2562225"/>
            <a:ext cx="34226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 txBox="1"/>
          <p:nvPr/>
        </p:nvSpPr>
        <p:spPr>
          <a:xfrm>
            <a:off x="581025" y="4895850"/>
            <a:ext cx="3422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Smart Homes &amp; Premium Apartments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4384625" y="4895850"/>
            <a:ext cx="3422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Corporate Offices &amp; R&amp;D Laboratories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8188225" y="4895850"/>
            <a:ext cx="3422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Banks, Vaults &amp; Restricted Access Areas</a:t>
            </a:r>
            <a:endParaRPr/>
          </a:p>
        </p:txBody>
      </p:sp>
      <p:pic>
        <p:nvPicPr>
          <p:cNvPr descr="image.png" id="314" name="Google Shape;31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571750"/>
            <a:ext cx="34035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4150" y="2571750"/>
            <a:ext cx="34035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7750" y="2571750"/>
            <a:ext cx="340355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8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Target Applications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9"/>
          <p:cNvSpPr txBox="1"/>
          <p:nvPr/>
        </p:nvSpPr>
        <p:spPr>
          <a:xfrm>
            <a:off x="2286000" y="2024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Biometric Integration: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Add Face Recognition and Fingerprint authentication for secure owner access.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2286000" y="2786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Keyless Entry: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Incorporate RFID door access to easily manage and log authorized entries.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2286000" y="3548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Visual Verification: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Integrate an ESP32-CAM module for live camera streaming directly to the mobile app.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2286000" y="4310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Advanced Algorithms: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Employ AI-based intrusion detection to differentiate between pets and human intruders.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2286000" y="5072062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Smart Integrations: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Dedicated mobile app dashboard and Voice Assistant (Alexa/Google) integration.</a:t>
            </a:r>
            <a:endParaRPr/>
          </a:p>
        </p:txBody>
      </p:sp>
      <p:pic>
        <p:nvPicPr>
          <p:cNvPr descr="image.png" id="328" name="Google Shape;32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0383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80035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56235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3243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5086350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Future Scope &amp; Enhancements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43150"/>
            <a:ext cx="52768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43150"/>
            <a:ext cx="52768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859154" y="2733675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Normal Condition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971550" y="3524250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Door Locked / Secure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971550" y="3924300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Alarm is OFF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971550" y="4324350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Monitoring is Active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6612255" y="2733675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Intrusion Detected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6724650" y="3524250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Door Locked Automatically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6724650" y="3924300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Alarm is Activated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6724650" y="4324350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Telegram Notification Sent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6724650" y="4724400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Firebase Database Updated</a:t>
            </a:r>
            <a:endParaRPr/>
          </a:p>
        </p:txBody>
      </p:sp>
      <p:pic>
        <p:nvPicPr>
          <p:cNvPr descr="image.png" id="350" name="Google Shape;35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24087" y="357187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00325" y="39719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14575" y="437197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72400" y="35718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34350" y="39719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72400" y="43719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24775" y="47720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0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Expected System Output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2064990" y="1982241"/>
            <a:ext cx="8061870" cy="3360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Intelligent Home Security System elegantly combines embedded technologies and IoT to provide a highly reliable, low-cost solution that enhances safety and enables real-time remote monitoring.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5124301" y="5628233"/>
            <a:ext cx="19431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Project Summary</a:t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1493490" y="2267991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10307839" y="5532980"/>
            <a:ext cx="390525" cy="1325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2" name="Google Shape;37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2"/>
          <p:cNvSpPr txBox="1"/>
          <p:nvPr/>
        </p:nvSpPr>
        <p:spPr>
          <a:xfrm>
            <a:off x="305276" y="2286000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581025" y="361950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581025" y="4343400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Intelligent Home Security System</a:t>
            </a:r>
            <a:endParaRPr/>
          </a:p>
        </p:txBody>
      </p:sp>
      <p:pic>
        <p:nvPicPr>
          <p:cNvPr descr="image.png" id="376" name="Google Shape;3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5787" y="436245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